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EF2C6F-AE6A-457A-924A-2C9FE69D8A56}" v="33" dt="2026-06-11T17:45:59.6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0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gad shukla" userId="d50d5ac9414efd2d" providerId="LiveId" clId="{DAF066AD-5627-4E71-AAE1-42C3B6D15F63}"/>
    <pc:docChg chg="undo custSel addSld modSld">
      <pc:chgData name="angad shukla" userId="d50d5ac9414efd2d" providerId="LiveId" clId="{DAF066AD-5627-4E71-AAE1-42C3B6D15F63}" dt="2026-06-11T17:58:27.217" v="420" actId="122"/>
      <pc:docMkLst>
        <pc:docMk/>
      </pc:docMkLst>
      <pc:sldChg chg="modSp mod">
        <pc:chgData name="angad shukla" userId="d50d5ac9414efd2d" providerId="LiveId" clId="{DAF066AD-5627-4E71-AAE1-42C3B6D15F63}" dt="2026-06-11T17:47:25.081" v="260" actId="113"/>
        <pc:sldMkLst>
          <pc:docMk/>
          <pc:sldMk cId="2135335659" sldId="256"/>
        </pc:sldMkLst>
        <pc:spChg chg="mod">
          <ac:chgData name="angad shukla" userId="d50d5ac9414efd2d" providerId="LiveId" clId="{DAF066AD-5627-4E71-AAE1-42C3B6D15F63}" dt="2026-06-11T17:46:53.335" v="257" actId="113"/>
          <ac:spMkLst>
            <pc:docMk/>
            <pc:sldMk cId="2135335659" sldId="256"/>
            <ac:spMk id="2" creationId="{43675069-E526-AF3E-7C22-1DF84D83025D}"/>
          </ac:spMkLst>
        </pc:spChg>
        <pc:spChg chg="mod">
          <ac:chgData name="angad shukla" userId="d50d5ac9414efd2d" providerId="LiveId" clId="{DAF066AD-5627-4E71-AAE1-42C3B6D15F63}" dt="2026-06-11T17:47:25.081" v="260" actId="113"/>
          <ac:spMkLst>
            <pc:docMk/>
            <pc:sldMk cId="2135335659" sldId="256"/>
            <ac:spMk id="3" creationId="{AD01E968-CB96-A949-55A1-557BEF621415}"/>
          </ac:spMkLst>
        </pc:spChg>
      </pc:sldChg>
      <pc:sldChg chg="modSp new mod">
        <pc:chgData name="angad shukla" userId="d50d5ac9414efd2d" providerId="LiveId" clId="{DAF066AD-5627-4E71-AAE1-42C3B6D15F63}" dt="2026-06-11T17:48:23.158" v="266" actId="113"/>
        <pc:sldMkLst>
          <pc:docMk/>
          <pc:sldMk cId="3025736599" sldId="257"/>
        </pc:sldMkLst>
        <pc:spChg chg="mod">
          <ac:chgData name="angad shukla" userId="d50d5ac9414efd2d" providerId="LiveId" clId="{DAF066AD-5627-4E71-AAE1-42C3B6D15F63}" dt="2026-06-11T17:48:01.268" v="262" actId="1076"/>
          <ac:spMkLst>
            <pc:docMk/>
            <pc:sldMk cId="3025736599" sldId="257"/>
            <ac:spMk id="2" creationId="{BBE0BEA0-94F6-FB2F-A1E6-C680BAA1CD5F}"/>
          </ac:spMkLst>
        </pc:spChg>
        <pc:spChg chg="mod">
          <ac:chgData name="angad shukla" userId="d50d5ac9414efd2d" providerId="LiveId" clId="{DAF066AD-5627-4E71-AAE1-42C3B6D15F63}" dt="2026-06-11T17:48:23.158" v="266" actId="113"/>
          <ac:spMkLst>
            <pc:docMk/>
            <pc:sldMk cId="3025736599" sldId="257"/>
            <ac:spMk id="3" creationId="{A96435FD-14AA-F740-AAE6-F8EE5882DDB4}"/>
          </ac:spMkLst>
        </pc:spChg>
      </pc:sldChg>
      <pc:sldChg chg="modSp new mod">
        <pc:chgData name="angad shukla" userId="d50d5ac9414efd2d" providerId="LiveId" clId="{DAF066AD-5627-4E71-AAE1-42C3B6D15F63}" dt="2026-06-11T17:50:16.633" v="330" actId="20577"/>
        <pc:sldMkLst>
          <pc:docMk/>
          <pc:sldMk cId="625958752" sldId="258"/>
        </pc:sldMkLst>
        <pc:spChg chg="mod">
          <ac:chgData name="angad shukla" userId="d50d5ac9414efd2d" providerId="LiveId" clId="{DAF066AD-5627-4E71-AAE1-42C3B6D15F63}" dt="2026-06-11T17:48:50.108" v="268" actId="122"/>
          <ac:spMkLst>
            <pc:docMk/>
            <pc:sldMk cId="625958752" sldId="258"/>
            <ac:spMk id="2" creationId="{1DC793E9-6395-1045-A151-410AA7481372}"/>
          </ac:spMkLst>
        </pc:spChg>
        <pc:spChg chg="mod">
          <ac:chgData name="angad shukla" userId="d50d5ac9414efd2d" providerId="LiveId" clId="{DAF066AD-5627-4E71-AAE1-42C3B6D15F63}" dt="2026-06-11T17:50:16.633" v="330" actId="20577"/>
          <ac:spMkLst>
            <pc:docMk/>
            <pc:sldMk cId="625958752" sldId="258"/>
            <ac:spMk id="3" creationId="{36A2E0B3-2F96-523A-53D5-BAD02F2B2476}"/>
          </ac:spMkLst>
        </pc:spChg>
      </pc:sldChg>
      <pc:sldChg chg="modSp new mod">
        <pc:chgData name="angad shukla" userId="d50d5ac9414efd2d" providerId="LiveId" clId="{DAF066AD-5627-4E71-AAE1-42C3B6D15F63}" dt="2026-06-11T17:51:12.570" v="355" actId="27636"/>
        <pc:sldMkLst>
          <pc:docMk/>
          <pc:sldMk cId="2990462706" sldId="259"/>
        </pc:sldMkLst>
        <pc:spChg chg="mod">
          <ac:chgData name="angad shukla" userId="d50d5ac9414efd2d" providerId="LiveId" clId="{DAF066AD-5627-4E71-AAE1-42C3B6D15F63}" dt="2026-06-11T17:50:37.927" v="333" actId="122"/>
          <ac:spMkLst>
            <pc:docMk/>
            <pc:sldMk cId="2990462706" sldId="259"/>
            <ac:spMk id="2" creationId="{D248CF38-384D-EE00-CFE9-5DF28043ADE2}"/>
          </ac:spMkLst>
        </pc:spChg>
        <pc:spChg chg="mod">
          <ac:chgData name="angad shukla" userId="d50d5ac9414efd2d" providerId="LiveId" clId="{DAF066AD-5627-4E71-AAE1-42C3B6D15F63}" dt="2026-06-11T17:51:12.570" v="355" actId="27636"/>
          <ac:spMkLst>
            <pc:docMk/>
            <pc:sldMk cId="2990462706" sldId="259"/>
            <ac:spMk id="3" creationId="{BD8EAF8F-068C-834B-1CA8-6447972F5E49}"/>
          </ac:spMkLst>
        </pc:spChg>
      </pc:sldChg>
      <pc:sldChg chg="addSp delSp modSp new mod">
        <pc:chgData name="angad shukla" userId="d50d5ac9414efd2d" providerId="LiveId" clId="{DAF066AD-5627-4E71-AAE1-42C3B6D15F63}" dt="2026-06-11T17:54:28.241" v="389" actId="1076"/>
        <pc:sldMkLst>
          <pc:docMk/>
          <pc:sldMk cId="3638042338" sldId="260"/>
        </pc:sldMkLst>
        <pc:spChg chg="mod">
          <ac:chgData name="angad shukla" userId="d50d5ac9414efd2d" providerId="LiveId" clId="{DAF066AD-5627-4E71-AAE1-42C3B6D15F63}" dt="2026-06-11T17:51:30.987" v="357" actId="122"/>
          <ac:spMkLst>
            <pc:docMk/>
            <pc:sldMk cId="3638042338" sldId="260"/>
            <ac:spMk id="2" creationId="{BCAEA30F-2A90-50E1-9139-F86642C4B472}"/>
          </ac:spMkLst>
        </pc:spChg>
        <pc:spChg chg="del mod">
          <ac:chgData name="angad shukla" userId="d50d5ac9414efd2d" providerId="LiveId" clId="{DAF066AD-5627-4E71-AAE1-42C3B6D15F63}" dt="2026-06-11T17:38:28.351" v="184" actId="931"/>
          <ac:spMkLst>
            <pc:docMk/>
            <pc:sldMk cId="3638042338" sldId="260"/>
            <ac:spMk id="3" creationId="{6E37AE0E-AB17-C418-4690-2727E92687C3}"/>
          </ac:spMkLst>
        </pc:spChg>
        <pc:spChg chg="add mod">
          <ac:chgData name="angad shukla" userId="d50d5ac9414efd2d" providerId="LiveId" clId="{DAF066AD-5627-4E71-AAE1-42C3B6D15F63}" dt="2026-06-11T17:39:45.277" v="195" actId="1076"/>
          <ac:spMkLst>
            <pc:docMk/>
            <pc:sldMk cId="3638042338" sldId="260"/>
            <ac:spMk id="9" creationId="{74EDA52F-C1BD-58EC-1DC3-42E83751D675}"/>
          </ac:spMkLst>
        </pc:spChg>
        <pc:picChg chg="add mod ord">
          <ac:chgData name="angad shukla" userId="d50d5ac9414efd2d" providerId="LiveId" clId="{DAF066AD-5627-4E71-AAE1-42C3B6D15F63}" dt="2026-06-11T17:54:26.196" v="388" actId="1076"/>
          <ac:picMkLst>
            <pc:docMk/>
            <pc:sldMk cId="3638042338" sldId="260"/>
            <ac:picMk id="5" creationId="{1BB05828-DB35-50D3-AD0C-516BBFDBC007}"/>
          </ac:picMkLst>
        </pc:picChg>
        <pc:picChg chg="add mod">
          <ac:chgData name="angad shukla" userId="d50d5ac9414efd2d" providerId="LiveId" clId="{DAF066AD-5627-4E71-AAE1-42C3B6D15F63}" dt="2026-06-11T17:54:28.241" v="389" actId="1076"/>
          <ac:picMkLst>
            <pc:docMk/>
            <pc:sldMk cId="3638042338" sldId="260"/>
            <ac:picMk id="7" creationId="{A8F703D5-F5F2-2814-024E-17B913877378}"/>
          </ac:picMkLst>
        </pc:picChg>
      </pc:sldChg>
      <pc:sldChg chg="addSp delSp modSp new mod">
        <pc:chgData name="angad shukla" userId="d50d5ac9414efd2d" providerId="LiveId" clId="{DAF066AD-5627-4E71-AAE1-42C3B6D15F63}" dt="2026-06-11T17:54:37.597" v="390" actId="1076"/>
        <pc:sldMkLst>
          <pc:docMk/>
          <pc:sldMk cId="648881698" sldId="261"/>
        </pc:sldMkLst>
        <pc:spChg chg="del">
          <ac:chgData name="angad shukla" userId="d50d5ac9414efd2d" providerId="LiveId" clId="{DAF066AD-5627-4E71-AAE1-42C3B6D15F63}" dt="2026-06-11T17:52:55.480" v="371" actId="21"/>
          <ac:spMkLst>
            <pc:docMk/>
            <pc:sldMk cId="648881698" sldId="261"/>
            <ac:spMk id="2" creationId="{D566BEF4-6B95-F6FD-0E21-819753391645}"/>
          </ac:spMkLst>
        </pc:spChg>
        <pc:spChg chg="del">
          <ac:chgData name="angad shukla" userId="d50d5ac9414efd2d" providerId="LiveId" clId="{DAF066AD-5627-4E71-AAE1-42C3B6D15F63}" dt="2026-06-11T17:40:12.005" v="197" actId="931"/>
          <ac:spMkLst>
            <pc:docMk/>
            <pc:sldMk cId="648881698" sldId="261"/>
            <ac:spMk id="3" creationId="{4BF3A12D-6CD1-448C-E53B-B06C65CC6022}"/>
          </ac:spMkLst>
        </pc:spChg>
        <pc:spChg chg="add mod">
          <ac:chgData name="angad shukla" userId="d50d5ac9414efd2d" providerId="LiveId" clId="{DAF066AD-5627-4E71-AAE1-42C3B6D15F63}" dt="2026-06-11T17:54:37.597" v="390" actId="1076"/>
          <ac:spMkLst>
            <pc:docMk/>
            <pc:sldMk cId="648881698" sldId="261"/>
            <ac:spMk id="9" creationId="{8019D360-F5FE-F5A6-A335-82B727979502}"/>
          </ac:spMkLst>
        </pc:spChg>
        <pc:picChg chg="add mod ord">
          <ac:chgData name="angad shukla" userId="d50d5ac9414efd2d" providerId="LiveId" clId="{DAF066AD-5627-4E71-AAE1-42C3B6D15F63}" dt="2026-06-11T17:54:00.687" v="385" actId="1076"/>
          <ac:picMkLst>
            <pc:docMk/>
            <pc:sldMk cId="648881698" sldId="261"/>
            <ac:picMk id="5" creationId="{DEDB21D5-78D2-0745-6621-B4E6514F8A89}"/>
          </ac:picMkLst>
        </pc:picChg>
        <pc:picChg chg="add mod">
          <ac:chgData name="angad shukla" userId="d50d5ac9414efd2d" providerId="LiveId" clId="{DAF066AD-5627-4E71-AAE1-42C3B6D15F63}" dt="2026-06-11T17:53:58.360" v="384" actId="1076"/>
          <ac:picMkLst>
            <pc:docMk/>
            <pc:sldMk cId="648881698" sldId="261"/>
            <ac:picMk id="7" creationId="{34584B44-4BA0-319D-FC6D-A3EA9F44DDA7}"/>
          </ac:picMkLst>
        </pc:picChg>
      </pc:sldChg>
      <pc:sldChg chg="addSp delSp modSp new mod">
        <pc:chgData name="angad shukla" userId="d50d5ac9414efd2d" providerId="LiveId" clId="{DAF066AD-5627-4E71-AAE1-42C3B6D15F63}" dt="2026-06-11T17:41:59.096" v="213" actId="1076"/>
        <pc:sldMkLst>
          <pc:docMk/>
          <pc:sldMk cId="2441298808" sldId="262"/>
        </pc:sldMkLst>
        <pc:spChg chg="mod">
          <ac:chgData name="angad shukla" userId="d50d5ac9414efd2d" providerId="LiveId" clId="{DAF066AD-5627-4E71-AAE1-42C3B6D15F63}" dt="2026-06-11T17:41:10.674" v="208"/>
          <ac:spMkLst>
            <pc:docMk/>
            <pc:sldMk cId="2441298808" sldId="262"/>
            <ac:spMk id="2" creationId="{6CEE447C-4372-1A03-920E-F995E5552911}"/>
          </ac:spMkLst>
        </pc:spChg>
        <pc:spChg chg="del">
          <ac:chgData name="angad shukla" userId="d50d5ac9414efd2d" providerId="LiveId" clId="{DAF066AD-5627-4E71-AAE1-42C3B6D15F63}" dt="2026-06-11T17:41:38.965" v="209" actId="931"/>
          <ac:spMkLst>
            <pc:docMk/>
            <pc:sldMk cId="2441298808" sldId="262"/>
            <ac:spMk id="3" creationId="{594DFB28-21C8-BA87-0EB7-10E3D055E24C}"/>
          </ac:spMkLst>
        </pc:spChg>
        <pc:spChg chg="add mod">
          <ac:chgData name="angad shukla" userId="d50d5ac9414efd2d" providerId="LiveId" clId="{DAF066AD-5627-4E71-AAE1-42C3B6D15F63}" dt="2026-06-11T17:41:59.096" v="213" actId="1076"/>
          <ac:spMkLst>
            <pc:docMk/>
            <pc:sldMk cId="2441298808" sldId="262"/>
            <ac:spMk id="7" creationId="{1FF810AD-E06A-BEF9-A382-A6967FA8CEE2}"/>
          </ac:spMkLst>
        </pc:spChg>
        <pc:picChg chg="add mod ord">
          <ac:chgData name="angad shukla" userId="d50d5ac9414efd2d" providerId="LiveId" clId="{DAF066AD-5627-4E71-AAE1-42C3B6D15F63}" dt="2026-06-11T17:41:45.122" v="211" actId="1076"/>
          <ac:picMkLst>
            <pc:docMk/>
            <pc:sldMk cId="2441298808" sldId="262"/>
            <ac:picMk id="5" creationId="{BF6430F2-D341-DF16-AAB9-49CAF6988F9C}"/>
          </ac:picMkLst>
        </pc:picChg>
      </pc:sldChg>
      <pc:sldChg chg="addSp delSp modSp new mod">
        <pc:chgData name="angad shukla" userId="d50d5ac9414efd2d" providerId="LiveId" clId="{DAF066AD-5627-4E71-AAE1-42C3B6D15F63}" dt="2026-06-11T17:58:27.217" v="420" actId="122"/>
        <pc:sldMkLst>
          <pc:docMk/>
          <pc:sldMk cId="721011671" sldId="263"/>
        </pc:sldMkLst>
        <pc:spChg chg="mod">
          <ac:chgData name="angad shukla" userId="d50d5ac9414efd2d" providerId="LiveId" clId="{DAF066AD-5627-4E71-AAE1-42C3B6D15F63}" dt="2026-06-11T17:58:27.217" v="420" actId="122"/>
          <ac:spMkLst>
            <pc:docMk/>
            <pc:sldMk cId="721011671" sldId="263"/>
            <ac:spMk id="2" creationId="{2DF1DAB8-B4B6-3BFE-CF30-406E76B997C6}"/>
          </ac:spMkLst>
        </pc:spChg>
        <pc:spChg chg="del">
          <ac:chgData name="angad shukla" userId="d50d5ac9414efd2d" providerId="LiveId" clId="{DAF066AD-5627-4E71-AAE1-42C3B6D15F63}" dt="2026-06-11T17:42:27.211" v="216" actId="931"/>
          <ac:spMkLst>
            <pc:docMk/>
            <pc:sldMk cId="721011671" sldId="263"/>
            <ac:spMk id="3" creationId="{DF8F9183-E136-EE08-1AFB-AA12EA42274E}"/>
          </ac:spMkLst>
        </pc:spChg>
        <pc:spChg chg="add mod">
          <ac:chgData name="angad shukla" userId="d50d5ac9414efd2d" providerId="LiveId" clId="{DAF066AD-5627-4E71-AAE1-42C3B6D15F63}" dt="2026-06-11T17:43:05.537" v="225" actId="1076"/>
          <ac:spMkLst>
            <pc:docMk/>
            <pc:sldMk cId="721011671" sldId="263"/>
            <ac:spMk id="9" creationId="{31052DDA-4A2E-0086-9757-3510EA8B3A86}"/>
          </ac:spMkLst>
        </pc:spChg>
        <pc:picChg chg="add mod ord">
          <ac:chgData name="angad shukla" userId="d50d5ac9414efd2d" providerId="LiveId" clId="{DAF066AD-5627-4E71-AAE1-42C3B6D15F63}" dt="2026-06-11T17:42:50.606" v="222" actId="1076"/>
          <ac:picMkLst>
            <pc:docMk/>
            <pc:sldMk cId="721011671" sldId="263"/>
            <ac:picMk id="5" creationId="{EFF08EF6-ACCA-2C96-91A1-23F865D12F58}"/>
          </ac:picMkLst>
        </pc:picChg>
        <pc:picChg chg="add mod">
          <ac:chgData name="angad shukla" userId="d50d5ac9414efd2d" providerId="LiveId" clId="{DAF066AD-5627-4E71-AAE1-42C3B6D15F63}" dt="2026-06-11T17:42:52.520" v="223" actId="1076"/>
          <ac:picMkLst>
            <pc:docMk/>
            <pc:sldMk cId="721011671" sldId="263"/>
            <ac:picMk id="7" creationId="{3C7CC38B-A8C4-2290-E1E3-A7BDF37B5A99}"/>
          </ac:picMkLst>
        </pc:picChg>
      </pc:sldChg>
      <pc:sldChg chg="addSp delSp modSp new mod">
        <pc:chgData name="angad shukla" userId="d50d5ac9414efd2d" providerId="LiveId" clId="{DAF066AD-5627-4E71-AAE1-42C3B6D15F63}" dt="2026-06-11T17:58:15.676" v="418" actId="1076"/>
        <pc:sldMkLst>
          <pc:docMk/>
          <pc:sldMk cId="3920704955" sldId="264"/>
        </pc:sldMkLst>
        <pc:spChg chg="mod">
          <ac:chgData name="angad shukla" userId="d50d5ac9414efd2d" providerId="LiveId" clId="{DAF066AD-5627-4E71-AAE1-42C3B6D15F63}" dt="2026-06-11T17:57:12.246" v="408" actId="122"/>
          <ac:spMkLst>
            <pc:docMk/>
            <pc:sldMk cId="3920704955" sldId="264"/>
            <ac:spMk id="2" creationId="{D6920439-E23A-2980-C1F7-A438F13AA110}"/>
          </ac:spMkLst>
        </pc:spChg>
        <pc:spChg chg="del">
          <ac:chgData name="angad shukla" userId="d50d5ac9414efd2d" providerId="LiveId" clId="{DAF066AD-5627-4E71-AAE1-42C3B6D15F63}" dt="2026-06-11T17:43:54.694" v="228" actId="931"/>
          <ac:spMkLst>
            <pc:docMk/>
            <pc:sldMk cId="3920704955" sldId="264"/>
            <ac:spMk id="3" creationId="{6A384166-EABC-9C47-008F-86AB781432A7}"/>
          </ac:spMkLst>
        </pc:spChg>
        <pc:picChg chg="add mod ord">
          <ac:chgData name="angad shukla" userId="d50d5ac9414efd2d" providerId="LiveId" clId="{DAF066AD-5627-4E71-AAE1-42C3B6D15F63}" dt="2026-06-11T17:58:15.676" v="418" actId="1076"/>
          <ac:picMkLst>
            <pc:docMk/>
            <pc:sldMk cId="3920704955" sldId="264"/>
            <ac:picMk id="5" creationId="{AA5C5B8B-AAB2-CDC5-EB09-CC4FC04C4E15}"/>
          </ac:picMkLst>
        </pc:picChg>
        <pc:picChg chg="add mod">
          <ac:chgData name="angad shukla" userId="d50d5ac9414efd2d" providerId="LiveId" clId="{DAF066AD-5627-4E71-AAE1-42C3B6D15F63}" dt="2026-06-11T17:58:11.976" v="417" actId="1076"/>
          <ac:picMkLst>
            <pc:docMk/>
            <pc:sldMk cId="3920704955" sldId="264"/>
            <ac:picMk id="7" creationId="{BC9F0DB0-12F9-BDCB-0A16-DC2E658D43DA}"/>
          </ac:picMkLst>
        </pc:picChg>
      </pc:sldChg>
      <pc:sldChg chg="addSp delSp modSp new mod">
        <pc:chgData name="angad shukla" userId="d50d5ac9414efd2d" providerId="LiveId" clId="{DAF066AD-5627-4E71-AAE1-42C3B6D15F63}" dt="2026-06-11T17:58:05.186" v="416" actId="1076"/>
        <pc:sldMkLst>
          <pc:docMk/>
          <pc:sldMk cId="3441582431" sldId="265"/>
        </pc:sldMkLst>
        <pc:spChg chg="del">
          <ac:chgData name="angad shukla" userId="d50d5ac9414efd2d" providerId="LiveId" clId="{DAF066AD-5627-4E71-AAE1-42C3B6D15F63}" dt="2026-06-11T17:57:33.162" v="411" actId="21"/>
          <ac:spMkLst>
            <pc:docMk/>
            <pc:sldMk cId="3441582431" sldId="265"/>
            <ac:spMk id="2" creationId="{F10D3929-637E-4801-CA62-8858D3362D74}"/>
          </ac:spMkLst>
        </pc:spChg>
        <pc:spChg chg="del">
          <ac:chgData name="angad shukla" userId="d50d5ac9414efd2d" providerId="LiveId" clId="{DAF066AD-5627-4E71-AAE1-42C3B6D15F63}" dt="2026-06-11T17:44:24.752" v="236" actId="931"/>
          <ac:spMkLst>
            <pc:docMk/>
            <pc:sldMk cId="3441582431" sldId="265"/>
            <ac:spMk id="3" creationId="{C5014971-4ADA-54C2-1101-AD3FC976A0FF}"/>
          </ac:spMkLst>
        </pc:spChg>
        <pc:picChg chg="add mod ord">
          <ac:chgData name="angad shukla" userId="d50d5ac9414efd2d" providerId="LiveId" clId="{DAF066AD-5627-4E71-AAE1-42C3B6D15F63}" dt="2026-06-11T17:58:05.186" v="416" actId="1076"/>
          <ac:picMkLst>
            <pc:docMk/>
            <pc:sldMk cId="3441582431" sldId="265"/>
            <ac:picMk id="5" creationId="{9747311D-6F5B-BB11-6D96-2B8053C9BE20}"/>
          </ac:picMkLst>
        </pc:picChg>
        <pc:picChg chg="add mod">
          <ac:chgData name="angad shukla" userId="d50d5ac9414efd2d" providerId="LiveId" clId="{DAF066AD-5627-4E71-AAE1-42C3B6D15F63}" dt="2026-06-11T17:58:02.523" v="415" actId="1076"/>
          <ac:picMkLst>
            <pc:docMk/>
            <pc:sldMk cId="3441582431" sldId="265"/>
            <ac:picMk id="7" creationId="{D21A9D8E-616C-4B6C-1BCD-199B7CA65674}"/>
          </ac:picMkLst>
        </pc:picChg>
      </pc:sldChg>
      <pc:sldChg chg="modSp new mod">
        <pc:chgData name="angad shukla" userId="d50d5ac9414efd2d" providerId="LiveId" clId="{DAF066AD-5627-4E71-AAE1-42C3B6D15F63}" dt="2026-06-11T17:57:02.460" v="406" actId="255"/>
        <pc:sldMkLst>
          <pc:docMk/>
          <pc:sldMk cId="182522931" sldId="266"/>
        </pc:sldMkLst>
        <pc:spChg chg="mod">
          <ac:chgData name="angad shukla" userId="d50d5ac9414efd2d" providerId="LiveId" clId="{DAF066AD-5627-4E71-AAE1-42C3B6D15F63}" dt="2026-06-11T17:56:51.431" v="405" actId="122"/>
          <ac:spMkLst>
            <pc:docMk/>
            <pc:sldMk cId="182522931" sldId="266"/>
            <ac:spMk id="2" creationId="{EBB44673-4392-7373-0010-377F9DC4CFE3}"/>
          </ac:spMkLst>
        </pc:spChg>
        <pc:spChg chg="mod">
          <ac:chgData name="angad shukla" userId="d50d5ac9414efd2d" providerId="LiveId" clId="{DAF066AD-5627-4E71-AAE1-42C3B6D15F63}" dt="2026-06-11T17:57:02.460" v="406" actId="255"/>
          <ac:spMkLst>
            <pc:docMk/>
            <pc:sldMk cId="182522931" sldId="266"/>
            <ac:spMk id="3" creationId="{89CB928E-6BC7-7F29-1D46-35A92275BFFA}"/>
          </ac:spMkLst>
        </pc:spChg>
      </pc:sldChg>
      <pc:sldChg chg="addSp modSp new mod">
        <pc:chgData name="angad shukla" userId="d50d5ac9414efd2d" providerId="LiveId" clId="{DAF066AD-5627-4E71-AAE1-42C3B6D15F63}" dt="2026-06-11T17:56:38.827" v="403" actId="255"/>
        <pc:sldMkLst>
          <pc:docMk/>
          <pc:sldMk cId="3511261034" sldId="267"/>
        </pc:sldMkLst>
        <pc:spChg chg="add mod">
          <ac:chgData name="angad shukla" userId="d50d5ac9414efd2d" providerId="LiveId" clId="{DAF066AD-5627-4E71-AAE1-42C3B6D15F63}" dt="2026-06-11T17:56:38.827" v="403" actId="255"/>
          <ac:spMkLst>
            <pc:docMk/>
            <pc:sldMk cId="3511261034" sldId="267"/>
            <ac:spMk id="3" creationId="{21579305-5CA4-7E42-38D6-7C50ED680DA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4B2A4-0B5A-CE47-210E-AE6AC4BCA0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49DEB8-E0BA-717D-753B-C5F5D827CF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F033C-06F2-30F8-6029-3B1DC897C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6BFDB-7040-4F61-95E5-5139076EC55C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12A19-EFA1-AC6A-E3F2-B55575ECB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3BDB40-41E6-A738-1C68-9F617F359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78FCB-604A-42E2-A785-8E66CA3C02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3817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96EC5-6B38-6F2C-D370-0D007DFEF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A0091-6AA1-8A54-F56A-469861295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FAF260-A028-A5E6-5265-F520F0B62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6BFDB-7040-4F61-95E5-5139076EC55C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D8E84-7459-928C-C629-9D08903BD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2FCC8-C624-6E82-70A1-AB047375D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78FCB-604A-42E2-A785-8E66CA3C02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5472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9BFC8-1E32-19BC-E310-964ED4BAD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A6C716-1CC2-B40C-CB8C-0BD587A190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CB8F7-2385-4257-7B28-F17999644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6BFDB-7040-4F61-95E5-5139076EC55C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26CA9-E842-9DE3-058F-F19E2E188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8A39F-1C5D-D5B6-CF33-37A74BD78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78FCB-604A-42E2-A785-8E66CA3C02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7114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B2CBB-DBE3-2873-C5EA-460A1AEA0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3B6E7-36CD-3BEF-8D17-EB464738AE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976F3E-FD9C-DE48-DE23-188F7E6D6C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120112-5BB0-F3C7-0071-AEB4D1065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6BFDB-7040-4F61-95E5-5139076EC55C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9AB0E2-2913-9809-987A-6262845F7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1C99A5-BD93-CD71-AF23-A86610496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78FCB-604A-42E2-A785-8E66CA3C02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113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3218E-C482-CFDF-21A7-B4DFEF3F1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909408-6FA3-5111-F150-88D3C74CAA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30D8AE-9460-EB68-5EC9-518AA8FBD7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70E75A-A15F-EEE6-0403-00FF671778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0C3EBA-BF3A-2813-7407-44D8DF5392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3BD197-5150-2A55-E510-0AE3103E9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6BFDB-7040-4F61-95E5-5139076EC55C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048C20-2FF8-411E-EF4B-4DAE70DA3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9178D4-B207-8265-37FD-140A50B2D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78FCB-604A-42E2-A785-8E66CA3C02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5877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2E912-57D8-67CE-C9CD-813785829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A52B4D-31C0-97E4-38F9-D30AA77A1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6BFDB-7040-4F61-95E5-5139076EC55C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E794E2-3DFC-D4FE-0A63-036DB79BB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6DA799-E8E4-5FC2-762B-D8C250654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78FCB-604A-42E2-A785-8E66CA3C02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031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E32332-08E6-1668-5F8C-ADD2C842A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6BFDB-7040-4F61-95E5-5139076EC55C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3C9E11-3B2F-E5EC-01E1-3203448E0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DB30AB-72D1-5D4D-A3DD-B606B2EB5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78FCB-604A-42E2-A785-8E66CA3C02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775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29E15-69D6-CCD6-C518-78F03EED5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0FEA2-3002-F7DE-0F22-544841761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7F1F4B-2708-5133-3EE4-9281DA8C24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EC8189-7EC7-5220-A1F1-E7BFB400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6BFDB-7040-4F61-95E5-5139076EC55C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0ACF8A-4355-9580-C560-415E7C772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154BAE-477C-7027-8077-004B85F28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78FCB-604A-42E2-A785-8E66CA3C02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3979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89C4D-C7CE-DDF7-7CF6-7FD728A0B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40CE63-EB7E-B71A-244B-00A37F6009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C4BFDA-BE53-5582-ADDF-2989559A4F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C418C3-8287-E95D-ED3F-6BC897D4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6BFDB-7040-4F61-95E5-5139076EC55C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AE9865-5013-456C-228A-86B9CD699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7C20C9-5B5F-89D5-7154-401CA430D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78FCB-604A-42E2-A785-8E66CA3C02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297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FE369-DDEA-FF03-9AA3-5E560D47C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64F9BA-947D-7DFC-3E91-AB786C00FC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E201B-1DD4-04D2-D7BA-0F2F0D488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6BFDB-7040-4F61-95E5-5139076EC55C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F3972F-C402-BB4A-0D97-5964FA836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D7617B-C373-8C11-FD78-B0A836810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78FCB-604A-42E2-A785-8E66CA3C02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5516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00A17A-FBA5-3861-9D72-637BDD3E15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8717D6-EF4A-C99B-0958-475E2BD008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3AFAC-9ABD-BEB8-2157-C7EFC36E1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6BFDB-7040-4F61-95E5-5139076EC55C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B29FD-691C-63B1-F6A0-D41D40808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52133-4752-4B0C-B9EB-D5E76469F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78FCB-604A-42E2-A785-8E66CA3C02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5833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68244F-D030-A65E-96B0-D34A54197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0DBE27-B2DB-6B71-9AB6-3BA325136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48F76-72D9-F0F4-D41A-454A9AEC7C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66BFDB-7040-4F61-95E5-5139076EC55C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3A418-2655-8F21-E457-9EDF17FF02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4FE2F-CF17-C48B-D6D6-A7E7F7EFB5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B78FCB-604A-42E2-A785-8E66CA3C02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0062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75069-E526-AF3E-7C22-1DF84D8302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Mutual Fund Analytics Platform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01E968-CB96-A949-55A1-557BEF6214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b="1" dirty="0" err="1"/>
              <a:t>Bluestock</a:t>
            </a:r>
            <a:r>
              <a:rPr lang="en-US" b="1" dirty="0"/>
              <a:t> Fintech Capstone Project</a:t>
            </a:r>
          </a:p>
          <a:p>
            <a:endParaRPr lang="en-US" dirty="0"/>
          </a:p>
          <a:p>
            <a:r>
              <a:rPr lang="en-US" dirty="0"/>
              <a:t>Prepared By:</a:t>
            </a:r>
          </a:p>
          <a:p>
            <a:r>
              <a:rPr lang="en-US" b="1" dirty="0"/>
              <a:t>Angad Shukla</a:t>
            </a:r>
          </a:p>
          <a:p>
            <a:endParaRPr lang="en-US" dirty="0"/>
          </a:p>
          <a:p>
            <a:r>
              <a:rPr lang="en-US" dirty="0"/>
              <a:t>June 2026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5335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0BEA0-94F6-FB2F-A1E6-C680BAA1C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417070"/>
            <a:ext cx="9144000" cy="2387600"/>
          </a:xfrm>
        </p:spPr>
        <p:txBody>
          <a:bodyPr/>
          <a:lstStyle/>
          <a:p>
            <a:r>
              <a:rPr lang="en-IN" b="1" dirty="0"/>
              <a:t>Problem Statement &amp; Objectives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6435FD-14AA-F740-AAE6-F8EE5882DD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9827" y="2069044"/>
            <a:ext cx="9773265" cy="2818427"/>
          </a:xfrm>
        </p:spPr>
        <p:txBody>
          <a:bodyPr>
            <a:noAutofit/>
          </a:bodyPr>
          <a:lstStyle/>
          <a:p>
            <a:r>
              <a:rPr lang="en-IN" sz="1600" b="1" dirty="0"/>
              <a:t>Problem Statement</a:t>
            </a:r>
          </a:p>
          <a:p>
            <a:r>
              <a:rPr lang="en-US" sz="1600" dirty="0"/>
              <a:t>Investors often face difficulty in </a:t>
            </a:r>
            <a:r>
              <a:rPr lang="en-US" sz="1600" dirty="0" err="1"/>
              <a:t>analysing</a:t>
            </a:r>
            <a:r>
              <a:rPr lang="en-US" sz="1600" dirty="0"/>
              <a:t> mutual fund performance, risk exposure, sector concentration and investment trends due to large volumes of financial data.</a:t>
            </a:r>
          </a:p>
          <a:p>
            <a:r>
              <a:rPr lang="en-IN" sz="1600" b="1" dirty="0"/>
              <a:t>Objectives</a:t>
            </a:r>
          </a:p>
          <a:p>
            <a:r>
              <a:rPr lang="en-IN" sz="1600" dirty="0"/>
              <a:t>• Build automated ETL pipeline</a:t>
            </a:r>
          </a:p>
          <a:p>
            <a:r>
              <a:rPr lang="en-IN" sz="1600" dirty="0"/>
              <a:t>• Create SQLite database</a:t>
            </a:r>
          </a:p>
          <a:p>
            <a:r>
              <a:rPr lang="en-IN" sz="1600" dirty="0"/>
              <a:t>• Perform EDA</a:t>
            </a:r>
          </a:p>
          <a:p>
            <a:r>
              <a:rPr lang="en-IN" sz="1600" dirty="0"/>
              <a:t>• Calculate performance metrics</a:t>
            </a:r>
          </a:p>
          <a:p>
            <a:r>
              <a:rPr lang="en-IN" sz="1600" dirty="0"/>
              <a:t>• Build Power BI dashboard</a:t>
            </a:r>
          </a:p>
          <a:p>
            <a:r>
              <a:rPr lang="en-IN" sz="1600" dirty="0"/>
              <a:t>• Analyse investor behaviour</a:t>
            </a:r>
          </a:p>
          <a:p>
            <a:r>
              <a:rPr lang="en-IN" sz="1600" dirty="0"/>
              <a:t>• Generate actionable insights</a:t>
            </a:r>
          </a:p>
        </p:txBody>
      </p:sp>
    </p:spTree>
    <p:extLst>
      <p:ext uri="{BB962C8B-B14F-4D97-AF65-F5344CB8AC3E}">
        <p14:creationId xmlns:p14="http://schemas.microsoft.com/office/powerpoint/2010/main" val="3025736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793E9-6395-1045-A151-410AA7481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2E0B3-2F96-523A-53D5-BAD02F2B2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600" b="1" dirty="0"/>
              <a:t>Datasets Used</a:t>
            </a:r>
          </a:p>
          <a:p>
            <a:pPr marL="0" indent="0">
              <a:buNone/>
            </a:pPr>
            <a:r>
              <a:rPr lang="en-IN" sz="1600" dirty="0"/>
              <a:t>• 01 Fund Master                                                                                        -40 Funds</a:t>
            </a:r>
          </a:p>
          <a:p>
            <a:pPr marL="0" indent="0">
              <a:buNone/>
            </a:pPr>
            <a:r>
              <a:rPr lang="en-IN" sz="1600" dirty="0"/>
              <a:t>• 02 NAV History                                          	                                       -46,000 NAV Records</a:t>
            </a:r>
          </a:p>
          <a:p>
            <a:pPr marL="0" indent="0">
              <a:buNone/>
            </a:pPr>
            <a:r>
              <a:rPr lang="en-IN" sz="1600" dirty="0"/>
              <a:t>• 03 AUM Data					-32,778 Transactions</a:t>
            </a:r>
          </a:p>
          <a:p>
            <a:pPr marL="0" indent="0">
              <a:buNone/>
            </a:pPr>
            <a:r>
              <a:rPr lang="en-IN" sz="1600" dirty="0"/>
              <a:t>• 04 SIP Inflows					-5,000 Investors</a:t>
            </a:r>
          </a:p>
          <a:p>
            <a:pPr marL="0" indent="0">
              <a:buNone/>
            </a:pPr>
            <a:r>
              <a:rPr lang="en-IN" sz="1600" dirty="0"/>
              <a:t>• 05 Category Inflows					-10 Fund Houses</a:t>
            </a:r>
          </a:p>
          <a:p>
            <a:pPr marL="0" indent="0">
              <a:buNone/>
            </a:pPr>
            <a:r>
              <a:rPr lang="en-IN" sz="1600" dirty="0"/>
              <a:t>• 06 Industry Folio Count</a:t>
            </a:r>
          </a:p>
          <a:p>
            <a:pPr marL="0" indent="0">
              <a:buNone/>
            </a:pPr>
            <a:r>
              <a:rPr lang="en-IN" sz="1600" dirty="0"/>
              <a:t>• 07 Scheme Performance</a:t>
            </a:r>
          </a:p>
          <a:p>
            <a:pPr marL="0" indent="0">
              <a:buNone/>
            </a:pPr>
            <a:r>
              <a:rPr lang="en-IN" sz="1600" dirty="0"/>
              <a:t>• 08 Investor Transactions</a:t>
            </a:r>
          </a:p>
          <a:p>
            <a:pPr marL="0" indent="0">
              <a:buNone/>
            </a:pPr>
            <a:r>
              <a:rPr lang="en-IN" sz="1600" dirty="0"/>
              <a:t>• 09 Portfolio Holdings</a:t>
            </a:r>
          </a:p>
          <a:p>
            <a:pPr marL="0" indent="0">
              <a:buNone/>
            </a:pPr>
            <a:r>
              <a:rPr lang="en-IN" sz="1600" dirty="0"/>
              <a:t>• 10 Benchmark Indices</a:t>
            </a:r>
          </a:p>
        </p:txBody>
      </p:sp>
    </p:spTree>
    <p:extLst>
      <p:ext uri="{BB962C8B-B14F-4D97-AF65-F5344CB8AC3E}">
        <p14:creationId xmlns:p14="http://schemas.microsoft.com/office/powerpoint/2010/main" val="625958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8CF38-384D-EE00-CFE9-5DF28043A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IN" b="1" dirty="0"/>
              <a:t>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EAF8F-068C-834B-1CA8-6447972F5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600" dirty="0"/>
              <a:t>Raw CSV Data</a:t>
            </a:r>
          </a:p>
          <a:p>
            <a:pPr marL="0" indent="0">
              <a:buNone/>
            </a:pPr>
            <a:r>
              <a:rPr lang="en-IN" sz="1600" dirty="0"/>
              <a:t>         ↓</a:t>
            </a:r>
          </a:p>
          <a:p>
            <a:r>
              <a:rPr lang="en-IN" sz="1600" dirty="0"/>
              <a:t>Data Cleaning</a:t>
            </a:r>
          </a:p>
          <a:p>
            <a:pPr marL="0" indent="0">
              <a:buNone/>
            </a:pPr>
            <a:r>
              <a:rPr lang="en-IN" sz="1600" dirty="0"/>
              <a:t>         ↓</a:t>
            </a:r>
          </a:p>
          <a:p>
            <a:r>
              <a:rPr lang="en-IN" sz="1600" dirty="0"/>
              <a:t>SQLite Database</a:t>
            </a:r>
          </a:p>
          <a:p>
            <a:pPr marL="0" indent="0">
              <a:buNone/>
            </a:pPr>
            <a:r>
              <a:rPr lang="en-IN" sz="1600" dirty="0"/>
              <a:t>         ↓</a:t>
            </a:r>
          </a:p>
          <a:p>
            <a:r>
              <a:rPr lang="en-IN" sz="1600" dirty="0"/>
              <a:t>EDA &amp; Analytics</a:t>
            </a:r>
          </a:p>
          <a:p>
            <a:pPr marL="0" indent="0">
              <a:buNone/>
            </a:pPr>
            <a:r>
              <a:rPr lang="en-IN" sz="1600" dirty="0"/>
              <a:t>         ↓</a:t>
            </a:r>
          </a:p>
          <a:p>
            <a:r>
              <a:rPr lang="en-IN" sz="1600" dirty="0"/>
              <a:t>Power BI Dashboard</a:t>
            </a:r>
          </a:p>
          <a:p>
            <a:pPr marL="0" indent="0">
              <a:buNone/>
            </a:pPr>
            <a:r>
              <a:rPr lang="en-IN" sz="1600" dirty="0"/>
              <a:t>         ↓</a:t>
            </a:r>
          </a:p>
          <a:p>
            <a:r>
              <a:rPr lang="en-IN" sz="1600" dirty="0"/>
              <a:t>Business Insights</a:t>
            </a:r>
          </a:p>
        </p:txBody>
      </p:sp>
    </p:spTree>
    <p:extLst>
      <p:ext uri="{BB962C8B-B14F-4D97-AF65-F5344CB8AC3E}">
        <p14:creationId xmlns:p14="http://schemas.microsoft.com/office/powerpoint/2010/main" val="2990462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EA30F-2A90-50E1-9139-F86642C4B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EDA Highlights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B05828-DB35-50D3-AD0C-516BBFDBC0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619" y="1690688"/>
            <a:ext cx="4683069" cy="198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F703D5-F5F2-2814-024E-17B9138773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90688"/>
            <a:ext cx="5657143" cy="1980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4EDA52F-C1BD-58EC-1DC3-42E83751D675}"/>
              </a:ext>
            </a:extLst>
          </p:cNvPr>
          <p:cNvSpPr txBox="1"/>
          <p:nvPr/>
        </p:nvSpPr>
        <p:spPr>
          <a:xfrm>
            <a:off x="950135" y="3726877"/>
            <a:ext cx="73250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• Industry AUM increased steadily.</a:t>
            </a:r>
          </a:p>
          <a:p>
            <a:r>
              <a:rPr lang="en-IN" dirty="0"/>
              <a:t>• SIP inflows reached ₹31,002 Cr.</a:t>
            </a:r>
          </a:p>
          <a:p>
            <a:r>
              <a:rPr lang="en-IN" dirty="0"/>
              <a:t>• Retail participation increased significantly.</a:t>
            </a:r>
          </a:p>
        </p:txBody>
      </p:sp>
    </p:spTree>
    <p:extLst>
      <p:ext uri="{BB962C8B-B14F-4D97-AF65-F5344CB8AC3E}">
        <p14:creationId xmlns:p14="http://schemas.microsoft.com/office/powerpoint/2010/main" val="3638042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EDB21D5-78D2-0745-6621-B4E6514F8A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489" y="1039062"/>
            <a:ext cx="5545724" cy="198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584B44-4BA0-319D-FC6D-A3EA9F44DD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039062"/>
            <a:ext cx="5525581" cy="1980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019D360-F5FE-F5A6-A335-82B727979502}"/>
              </a:ext>
            </a:extLst>
          </p:cNvPr>
          <p:cNvSpPr txBox="1"/>
          <p:nvPr/>
        </p:nvSpPr>
        <p:spPr>
          <a:xfrm>
            <a:off x="699304" y="383893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• Young investors dominate SIP participation.</a:t>
            </a:r>
          </a:p>
          <a:p>
            <a:r>
              <a:rPr lang="en-IN" dirty="0"/>
              <a:t>• Folio count increased continuously.</a:t>
            </a:r>
          </a:p>
        </p:txBody>
      </p:sp>
    </p:spTree>
    <p:extLst>
      <p:ext uri="{BB962C8B-B14F-4D97-AF65-F5344CB8AC3E}">
        <p14:creationId xmlns:p14="http://schemas.microsoft.com/office/powerpoint/2010/main" val="648881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E447C-4372-1A03-920E-F995E5552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Performance Analytics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6430F2-D341-DF16-AAB9-49CAF6988F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9085" y="1589650"/>
            <a:ext cx="2852644" cy="21756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F810AD-E06A-BEF9-A382-A6967FA8CEE2}"/>
              </a:ext>
            </a:extLst>
          </p:cNvPr>
          <p:cNvSpPr txBox="1"/>
          <p:nvPr/>
        </p:nvSpPr>
        <p:spPr>
          <a:xfrm>
            <a:off x="838200" y="226633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• Small-cap funds delivered highest returns.</a:t>
            </a:r>
          </a:p>
          <a:p>
            <a:r>
              <a:rPr lang="en-IN" dirty="0"/>
              <a:t>• Debt funds showed lower volatility.</a:t>
            </a:r>
          </a:p>
          <a:p>
            <a:r>
              <a:rPr lang="en-IN" dirty="0"/>
              <a:t>• Benchmark comparison highlighted outperformers.</a:t>
            </a:r>
          </a:p>
        </p:txBody>
      </p:sp>
    </p:spTree>
    <p:extLst>
      <p:ext uri="{BB962C8B-B14F-4D97-AF65-F5344CB8AC3E}">
        <p14:creationId xmlns:p14="http://schemas.microsoft.com/office/powerpoint/2010/main" val="2441298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1DAB8-B4B6-3BFE-CF30-406E76B99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263" y="196620"/>
            <a:ext cx="10515600" cy="1325563"/>
          </a:xfrm>
        </p:spPr>
        <p:txBody>
          <a:bodyPr/>
          <a:lstStyle/>
          <a:p>
            <a:pPr algn="ctr"/>
            <a:r>
              <a:rPr lang="en-IN" b="1" dirty="0"/>
              <a:t>Advanced Analytics</a:t>
            </a:r>
            <a:br>
              <a:rPr lang="en-IN" b="1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F08EF6-ACCA-2C96-91A1-23F865D12F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53677"/>
            <a:ext cx="3560936" cy="24232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7CC38B-A8C4-2290-E1E3-A7BDF37B5A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4938" y="1286275"/>
            <a:ext cx="3075855" cy="25580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1052DDA-4A2E-0086-9757-3510EA8B3A86}"/>
              </a:ext>
            </a:extLst>
          </p:cNvPr>
          <p:cNvSpPr txBox="1"/>
          <p:nvPr/>
        </p:nvSpPr>
        <p:spPr>
          <a:xfrm>
            <a:off x="838200" y="483286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• Rolling Sharpe ratio revealed risk-adjusted consistency.</a:t>
            </a:r>
          </a:p>
          <a:p>
            <a:r>
              <a:rPr lang="en-IN" dirty="0"/>
              <a:t>• HHI identified highly concentrated portfolios.</a:t>
            </a:r>
          </a:p>
        </p:txBody>
      </p:sp>
    </p:spTree>
    <p:extLst>
      <p:ext uri="{BB962C8B-B14F-4D97-AF65-F5344CB8AC3E}">
        <p14:creationId xmlns:p14="http://schemas.microsoft.com/office/powerpoint/2010/main" val="721011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20439-E23A-2980-C1F7-A438F13AA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Dashboard Overview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5C5B8B-AAB2-CDC5-EB09-CC4FC04C4E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1218" y="1611239"/>
            <a:ext cx="3435054" cy="198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9F0DB0-12F9-BDCB-0A16-DC2E658D43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1218" y="4256761"/>
            <a:ext cx="3510816" cy="19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704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47311D-6F5B-BB11-6D96-2B8053C9BE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3906" y="408956"/>
            <a:ext cx="3769336" cy="216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1A9D8E-616C-4B6C-1BCD-199B7CA656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5528" y="3494269"/>
            <a:ext cx="3787714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582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44673-4392-7373-0010-377F9DC4C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B928E-6BC7-7F29-1D46-35A92275B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• SIP inflows reached ₹31,002 Cr by Dec 2025.</a:t>
            </a:r>
          </a:p>
          <a:p>
            <a:pPr marL="0" indent="0">
              <a:buNone/>
            </a:pPr>
            <a:r>
              <a:rPr lang="en-US" sz="1600" dirty="0"/>
              <a:t>• SBI Mutual Fund recorded highest AUM.</a:t>
            </a:r>
          </a:p>
          <a:p>
            <a:pPr marL="0" indent="0">
              <a:buNone/>
            </a:pPr>
            <a:r>
              <a:rPr lang="en-US" sz="1600" dirty="0"/>
              <a:t>• Small-cap funds generated highest returns.</a:t>
            </a:r>
          </a:p>
          <a:p>
            <a:pPr marL="0" indent="0">
              <a:buNone/>
            </a:pPr>
            <a:r>
              <a:rPr lang="en-US" sz="1600" dirty="0"/>
              <a:t>• ICICI Prudential Liquid Fund showed best Sharpe Ratio.</a:t>
            </a:r>
          </a:p>
          <a:p>
            <a:pPr marL="0" indent="0">
              <a:buNone/>
            </a:pPr>
            <a:r>
              <a:rPr lang="en-US" sz="1600" dirty="0"/>
              <a:t>• 97.8% investors were flagged at-risk in SIP continuity analysis.</a:t>
            </a:r>
          </a:p>
          <a:p>
            <a:pPr marL="0" indent="0">
              <a:buNone/>
            </a:pPr>
            <a:r>
              <a:rPr lang="en-US" sz="1600" dirty="0"/>
              <a:t>• UTI Mid Cap Fund showed highest diversification.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825229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579305-5CA4-7E42-38D6-7C50ED680DAF}"/>
              </a:ext>
            </a:extLst>
          </p:cNvPr>
          <p:cNvSpPr txBox="1"/>
          <p:nvPr/>
        </p:nvSpPr>
        <p:spPr>
          <a:xfrm>
            <a:off x="0" y="1701478"/>
            <a:ext cx="12192000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latin typeface="Brush Script MT" panose="03060802040406070304" pitchFamily="66" charset="0"/>
              </a:rPr>
              <a:t>Thank You</a:t>
            </a:r>
          </a:p>
          <a:p>
            <a:pPr algn="ctr"/>
            <a:endParaRPr lang="en-IN" sz="2800" dirty="0"/>
          </a:p>
          <a:p>
            <a:pPr algn="ctr"/>
            <a:endParaRPr lang="en-IN" sz="2800" dirty="0"/>
          </a:p>
          <a:p>
            <a:pPr algn="ctr"/>
            <a:r>
              <a:rPr lang="en-IN" sz="2800" dirty="0"/>
              <a:t>Angad Shukla</a:t>
            </a:r>
          </a:p>
          <a:p>
            <a:pPr algn="ctr"/>
            <a:endParaRPr lang="en-IN" sz="2800" dirty="0"/>
          </a:p>
          <a:p>
            <a:pPr algn="ctr"/>
            <a:r>
              <a:rPr lang="en-IN" sz="2800" dirty="0" err="1"/>
              <a:t>Bluestock</a:t>
            </a:r>
            <a:r>
              <a:rPr lang="en-IN" sz="2800" dirty="0"/>
              <a:t> Fintech Capstone Project</a:t>
            </a:r>
          </a:p>
        </p:txBody>
      </p:sp>
    </p:spTree>
    <p:extLst>
      <p:ext uri="{BB962C8B-B14F-4D97-AF65-F5344CB8AC3E}">
        <p14:creationId xmlns:p14="http://schemas.microsoft.com/office/powerpoint/2010/main" val="3511261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326</Words>
  <Application>Microsoft Office PowerPoint</Application>
  <PresentationFormat>Widescreen</PresentationFormat>
  <Paragraphs>69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Brush Script MT</vt:lpstr>
      <vt:lpstr>Calibri</vt:lpstr>
      <vt:lpstr>Calibri Light</vt:lpstr>
      <vt:lpstr>Office Theme</vt:lpstr>
      <vt:lpstr>Mutual Fund Analytics Platform</vt:lpstr>
      <vt:lpstr>Problem Statement &amp; Objectives</vt:lpstr>
      <vt:lpstr>Data Sources</vt:lpstr>
      <vt:lpstr>Architecture</vt:lpstr>
      <vt:lpstr>EDA Highlights</vt:lpstr>
      <vt:lpstr>PowerPoint Presentation</vt:lpstr>
      <vt:lpstr>Performance Analytics</vt:lpstr>
      <vt:lpstr>Advanced Analytics </vt:lpstr>
      <vt:lpstr>Dashboard Overview</vt:lpstr>
      <vt:lpstr>PowerPoint Presentation</vt:lpstr>
      <vt:lpstr>Key Findings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angad shukla</dc:creator>
  <cp:lastModifiedBy>angad shukla</cp:lastModifiedBy>
  <cp:revision>1</cp:revision>
  <dcterms:created xsi:type="dcterms:W3CDTF">2026-06-11T17:30:42Z</dcterms:created>
  <dcterms:modified xsi:type="dcterms:W3CDTF">2026-06-11T17:58:30Z</dcterms:modified>
</cp:coreProperties>
</file>